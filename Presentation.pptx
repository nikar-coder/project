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056E1A-6E9C-465B-95D9-C7336BFBE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950C68-536A-494B-ADD8-BBC54B61C4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EB24D8-7C9E-4F1B-A220-28E5CF0C7C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6D3561-9CF1-4C37-A419-E4F03CAA3A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25BF01-C5DD-4428-B7FF-8B1467D41C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46800"/>
            <a:ext cx="9069480" cy="60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8CC5A8-5A52-4BC9-9685-44D7B0141D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2574DA-9819-41C7-959B-74873E7BE3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196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41903B-C5AA-40B4-BC6F-0DC28A188B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746FC5-0DE4-41E4-BEE4-820512E6F4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9EB9FC-5BEC-4C61-8C81-4FAE993FFC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196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7F24EB-503E-4992-B68E-A23286DAD5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084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732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084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732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C58BCF-2A35-45D6-871F-6C5BB7A917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2411E57-1368-4BF1-A86C-DF8BA60B85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880B94-7F33-4BCA-B6DF-9CD443EC94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A566D7-4A14-4549-86BA-037D091A04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CB0053-AD29-4ABE-AF11-1B60E83056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34C39B-8FE5-4A8D-A078-A03CFA23B7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46800"/>
            <a:ext cx="9069480" cy="60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4A5D86-8D40-4881-B473-F910D43DF9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4ED6B3-0BB2-4066-BF09-00D00EC85E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196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3629D7-ECA0-4338-962D-96C022DD27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76BC16-5825-4934-9E94-9653A2CE98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9070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8D42EE-0E62-4FE4-9ACF-086BC68DF8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1960" y="304344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3830159-992B-4F58-B7AC-5B89E69224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084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7320" y="132660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084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7320" y="3043440"/>
            <a:ext cx="2920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9586DA-FE5C-45A8-8643-D94877B479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DejaVu Serif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B90CAD-EE0F-4C3A-8B4A-EBE51BA9B3DE}" type="slidenum">
              <a:rPr b="0" lang="ru-RU" sz="1400" spc="-1" strike="noStrike">
                <a:solidFill>
                  <a:srgbClr val="000000"/>
                </a:solidFill>
                <a:latin typeface="DejaVu Serif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DejaVu Serif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DCFD88-DC6F-4602-8C78-E24E59DAB45E}" type="slidenum">
              <a:rPr b="0" lang="ru-RU" sz="1400" spc="-1" strike="noStrike">
                <a:solidFill>
                  <a:srgbClr val="000000"/>
                </a:solidFill>
                <a:latin typeface="DejaVu Serif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xfce.org/" TargetMode="External"/><Relationship Id="rId3" Type="http://schemas.openxmlformats.org/officeDocument/2006/relationships/hyperlink" Target="https://github.com/henriquegemignani/PyQtDarkTheme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github.com/NiKar-coder/Project/blob/main/window.ui" TargetMode="External"/><Relationship Id="rId6" Type="http://schemas.openxmlformats.org/officeDocument/2006/relationships/hyperlink" Target="https://github.com/NiKar-coder/Project/blob/main/deleteWindow.ui" TargetMode="External"/><Relationship Id="rId7" Type="http://schemas.openxmlformats.org/officeDocument/2006/relationships/hyperlink" Target="https://github.com/NiKar-coder/Project/blob/main/addWindow.ui" TargetMode="External"/><Relationship Id="rId8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github.com/NiKar-coder/Project/blob/main/deleteWindow.py" TargetMode="External"/><Relationship Id="rId5" Type="http://schemas.openxmlformats.org/officeDocument/2006/relationships/hyperlink" Target="https://github.com/NiKar-coder/Project/blob/main/addWindow.py" TargetMode="External"/><Relationship Id="rId6" Type="http://schemas.openxmlformats.org/officeDocument/2006/relationships/hyperlink" Target="https://github.com/NiKar-coder/Project/blob/main/mainWindow.py" TargetMode="External"/><Relationship Id="rId7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https://github.com/NiKar-coder/Project/blob/main/db.py" TargetMode="External"/><Relationship Id="rId3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github.com/deepin-community/pyqt6" TargetMode="External"/><Relationship Id="rId3" Type="http://schemas.openxmlformats.org/officeDocument/2006/relationships/hyperlink" Target="https://github.com/NiKar-coder/Project" TargetMode="External"/><Relationship Id="rId4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720" y="2183040"/>
            <a:ext cx="9069480" cy="13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Этапы создания моего проекта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Этап I. Разработка идеи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ru-RU" sz="2000" spc="-1" strike="noStrike">
                <a:solidFill>
                  <a:srgbClr val="000000"/>
                </a:solidFill>
                <a:latin typeface="Times New Roman"/>
              </a:rPr>
              <a:t>Однажды наше ТСЖ столкнулось с проблемой: в нашем дворе было слишком много чужих машин. Именно тогда меня посетила мысль написать эту программу.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720" y="23623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Создание программы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Создание форм для окон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86840" y="1172160"/>
            <a:ext cx="4131360" cy="221220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4320720" y="1311840"/>
            <a:ext cx="5758200" cy="15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Так как программа выглядела плохо при использовании темной темы моего DE (</a:t>
            </a:r>
            <a:r>
              <a:rPr b="0" lang="ru-RU" sz="20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2"/>
              </a:rPr>
              <a:t>xfce</a:t>
            </a: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я использовал библиотеку </a:t>
            </a: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DejaVu Sans"/>
                <a:hlinkClick r:id="rId3"/>
              </a:rPr>
              <a:t>PyQtDarkTheme</a:t>
            </a: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4"/>
          <a:stretch/>
        </p:blipFill>
        <p:spPr>
          <a:xfrm>
            <a:off x="7375320" y="2989080"/>
            <a:ext cx="2522880" cy="258912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251280" y="3557160"/>
            <a:ext cx="5992200" cy="18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Я создал три файла: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5"/>
              </a:rPr>
              <a:t>window.ui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6"/>
              </a:rPr>
              <a:t>deleteWindow.ui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и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7"/>
              </a:rPr>
              <a:t>addWindow.ui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Разработка классов окон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91880" y="1035720"/>
            <a:ext cx="1786680" cy="148284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6595920" y="1269720"/>
            <a:ext cx="3482640" cy="215856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3"/>
          <a:stretch/>
        </p:blipFill>
        <p:spPr>
          <a:xfrm>
            <a:off x="6120000" y="3429720"/>
            <a:ext cx="3958560" cy="2239560"/>
          </a:xfrm>
          <a:prstGeom prst="rect">
            <a:avLst/>
          </a:prstGeom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720000" y="2880000"/>
            <a:ext cx="449856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Этот этап создания проекта был самым трудоёмким. Мне пришлось изучить много документации и предусмотреть множество ошибок. Всего у меня получилось три класса: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4"/>
              </a:rPr>
              <a:t>DeleteWindow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5"/>
              </a:rPr>
              <a:t> AddWindow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и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6"/>
              </a:rPr>
              <a:t>MainWindow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DejaVu Sans"/>
              </a:rPr>
              <a:t>Разработка класса БД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8320" y="1351440"/>
            <a:ext cx="4170240" cy="305640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4680000" y="1440000"/>
            <a:ext cx="5218560" cy="31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Что бы в каждой функции не вызывать БД и не создавать новый курсор, я решил создать класс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ea typeface="DejaVu Sans"/>
                <a:hlinkClick r:id="rId2"/>
              </a:rPr>
              <a:t>Db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 В нём я определил все необходимые методы и в последствие вызывал его для работы с базой данных.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46800"/>
            <a:ext cx="9069480" cy="130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DejaVu Sans"/>
              </a:rPr>
              <a:t>Результат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12680" y="1080000"/>
            <a:ext cx="4746960" cy="22251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400000" y="1260000"/>
            <a:ext cx="413964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За десять дней я завершил свой проект. Ещё несколько дней ушло на отладку. Я узнал много нового и, я думаю, уже хорошо освоил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hlinkClick r:id="rId2"/>
              </a:rPr>
              <a:t>pyqt6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60000" y="3600000"/>
            <a:ext cx="539964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Ознакомиться с исходниками можно на </a:t>
            </a:r>
            <a:r>
              <a:rPr b="0" lang="ru-RU" sz="1800" spc="-1" strike="noStrike" u="sng">
                <a:solidFill>
                  <a:srgbClr val="0000ee"/>
                </a:solidFill>
                <a:uFillTx/>
                <a:latin typeface="Times New Roman"/>
                <a:hlinkClick r:id="rId3"/>
              </a:rPr>
              <a:t>GitHub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2024-11-20T23:41:58Z</dcterms:created>
  <dc:creator/>
  <dc:description/>
  <dc:language>ru-RU</dc:language>
  <cp:lastModifiedBy/>
  <dcterms:modified xsi:type="dcterms:W3CDTF">2024-12-16T20:40:49Z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